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9"/>
    <p:restoredTop sz="94737"/>
  </p:normalViewPr>
  <p:slideViewPr>
    <p:cSldViewPr snapToGrid="0" snapToObjects="1">
      <p:cViewPr varScale="1">
        <p:scale>
          <a:sx n="145" d="100"/>
          <a:sy n="145" d="100"/>
        </p:scale>
        <p:origin x="105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29400" y="1097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43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46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204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976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21214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dirty="0"/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63040" y="25420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dirty="0"/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2944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dirty="0"/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B: IoTeye-Hosted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No upfront cost — IoTeye retains platform ownership &amp; offers managed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114800" cy="22860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Monthly subscription: $2,500/month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Annual total: $30,000/year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Minimum commitment: 3-year term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What's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All 3 phases (same 36-week timeline)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Hosting, maintenance, security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Ongoing support &amp; platform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per-user fees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All add-ons: $0 (AI LLM usage 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160520"/>
            <a:ext cx="45720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AI Agents, Reports, Training — all at 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A vs. Option B — Cost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4846320"/>
            <a:ext cx="22860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48646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319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233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A (Own 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237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B (SaaS)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521208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737360" y="52212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53212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5412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233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$21,200/year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237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$30,000/year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0" y="585216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737360" y="58613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233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2237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0" y="617220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737360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0233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2237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0" y="649224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737360" y="65013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233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Yes — you own 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237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— IoTeye retains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2370</Words>
  <Application>Microsoft Macintosh PowerPoint</Application>
  <PresentationFormat>Widescreen</PresentationFormat>
  <Paragraphs>339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Ning Zhang</cp:lastModifiedBy>
  <cp:revision>2</cp:revision>
  <dcterms:created xsi:type="dcterms:W3CDTF">2013-01-27T09:14:16Z</dcterms:created>
  <dcterms:modified xsi:type="dcterms:W3CDTF">2026-04-14T19:19:58Z</dcterms:modified>
  <cp:category/>
</cp:coreProperties>
</file>