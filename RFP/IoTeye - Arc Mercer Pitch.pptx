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Inc.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Our Solution — Platform Overview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Nominations, Voting &amp; QA Engine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Points, Engagement &amp; Community Modules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Rewards Marketplace — Digital, Café &amp; In-Person Store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Paycom Integration &amp; Authentication (SSO + Badge ID)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Accessibility, Dark Mode &amp; Mobile-First Design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11. Phased Implementation Timeline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12. Pricing Options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13.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5394960" cy="5303520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394960" cy="5303520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0972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691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43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46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204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976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portal (3 award types)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Selection committee ranked-choice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+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Badge ID + PIN auth (frontline staff)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Google Workspace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Manual point bestowal + 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 &amp; role sign-ups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B: IoTeye-Hosted 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No upfront cost — IoTeye retains platform ownership &amp; offers managed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114800" cy="22860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Monthly subscription: $2,500/month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Annual total: $30,000/year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Minimum commitment: 3-year term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What's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All 3 phases (same 36-week timeline)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Hosting, maintenance, security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Ongoing support &amp; platform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per-user fees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All add-ons: $0 (AI LLM usage only)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160520"/>
            <a:ext cx="45720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AI Agents, Reports, Training — all at 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A vs. Option B — Cost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4846320"/>
            <a:ext cx="22860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8646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9319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A (Own 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B (SaaS)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521208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52212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53212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55412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$21,200/year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$30,000/year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0" y="585216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58613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45920" y="617220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0" y="649224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37360" y="65013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233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Yes — you own 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— IoTeye retains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All add-ons FREE — pay only AI LLM usage (pass-through)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