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&amp; authentication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&amp; authentication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For part-time or seasonal staff with email but not on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Guardian authentication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3456432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669280"/>
            <a:ext cx="12191695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IoTeye customer (SpringBoard &amp; Guardian)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in production at Arc Mercer (37+57 tools)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In-house Paycom &amp; Guardian integration experience at Arc Mercer, not a cold start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Three flexible pricing options: full ownership, SaaS, or shared (50/50)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