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Platform Overview &amp; Architecture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(Nominations → Engagement → Marketplace)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Integration, Authentication &amp;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Implementation Timeline &amp; Pricing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Feature Comparison — How We Stack 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87451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3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5175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7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Notifications — SMS, push, reply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2899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0331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0623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8055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For part-time or seasonal staff with email but not on SSO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engine + ranked-choice committee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with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 + audit trail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Auth: Badge ID + PIN, Google SSO, email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RSVP,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Major redesigns not covered  ★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 (SaaS) &amp; Option C (Shared Ownership)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27432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B: IoTeye-Hosted SaaS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Subscription: $2,500/month ($30,000/year)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3-year minimum commitment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IoTeye retains all source code ownership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Hosting, maintenance, updates all included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234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C: Shared Ownership (Hybrid)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69164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Implementation fee: $55,000 (50% of full build)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Annual platform fee: $30,000/year (managed service)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&amp; IoTeye share recognition platform code (50/50)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Excludes: BrainBook, SpringBoard, Guardian, BrainClaw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Reuse rights deferred to agreement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023360"/>
            <a:ext cx="1143000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050791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★  AI-assisted add-ons INCLUDED — LLM usage fee only (pass-through)  |  Major redesigns not covered 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Option A vs. B vs. C — Cost Comparison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937760"/>
            <a:ext cx="201168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946904"/>
            <a:ext cx="18653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310896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A: Own Code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B: SaaS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4937760"/>
            <a:ext cx="2377440" cy="3200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946904"/>
            <a:ext cx="22311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C: Shared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7280" y="5257800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70432" y="5266944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8211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955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5257800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5266944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$55,000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0" y="5550408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5559552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8211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$21,200/yr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955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5550408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36992" y="5559552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$30,000/yr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5843016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70432" y="5852160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0896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18211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55955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$90,000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5843016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36992" y="5852160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$145,000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7280" y="6135624"/>
            <a:ext cx="2011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0432" y="6144768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0896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8211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5955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$150,000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6135624"/>
            <a:ext cx="237744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6144768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$205,000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97280" y="6428232"/>
            <a:ext cx="201168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0432" y="6437376"/>
            <a:ext cx="18653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8211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Full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55955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63840" y="6428232"/>
            <a:ext cx="2377440" cy="29260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36992" y="6437376"/>
            <a:ext cx="22311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Calibri"/>
              </a:defRPr>
            </a:pPr>
            <a:r>
              <a:t>50/50 recognition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Comparison — How We Stack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37 features evaluated across all 3 proposals submitted for this RFP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645920"/>
            <a:ext cx="10972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6642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IoTeye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29968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Nomination &amp; Recognition (6)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02996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048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14016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3230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&amp; Voting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1401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4323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98064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Authentication &amp; Access (5)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798064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182112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Engagement &amp; Participation (6)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182112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32004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566160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5844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Rewards &amp; Redemption (5)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566160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35844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950208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684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Analytics, AI &amp; Reporting (4)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95020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0" y="39684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9224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34256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3525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&amp; Infrastructure (8)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433425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0" y="435254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18304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4736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718304"/>
            <a:ext cx="1097280" cy="384048"/>
          </a:xfrm>
          <a:prstGeom prst="rect">
            <a:avLst/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0" y="47365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 / 37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 / 37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 / 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1645920"/>
            <a:ext cx="4023360" cy="4114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0" y="1737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IoTeye-Exclusive Advantages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19456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BrainClaw AI — 94+ tools already in production at Arc Mercer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WCAG AAA accessibility (7:1 contrast, screen reader tested)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AWS HIPAA-eligible infrastructure, 99.9% uptime SLA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Severity-based SLAs (Critical: 2hr response)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Source code ownership option (Option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Multi-IDP SSO migration path (Google → Microsoft)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Anomaly detection &amp; immutable audit trails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36 of 37 features — Magic Link excluded (Badge ID + PIN better serves frontline staff)  |  10 features added, all within $110K budget  ★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is an existing SpringBoard &amp; Guardian customer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 AI agents already running at Arc Mercer (37+57 tools)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Ranked-choice committee voting — matching your current process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Full engagement suite: TAC RSVP, culture groups, volunteering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Café cashier screen + in-person store QR redemption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Dark mode for night-shift staff at group homes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WCAG AAA accessibility — 7:1 contrast, screen reader tested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AI-assisted add-ons FREE — pay only AI LLM usage (pass-through)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Select pricing option (A, B, or C)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E86C1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