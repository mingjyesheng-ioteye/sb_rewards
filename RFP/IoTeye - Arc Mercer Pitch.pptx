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Inc.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Our Solution — Platform Overview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Deep Dive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Paycom Integration &amp; SSO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Accessibility &amp; Mobile-First Design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Phased Implementation Timeline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Pricing Options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0972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020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005840"/>
            <a:ext cx="5394960" cy="5303520"/>
          </a:xfrm>
          <a:prstGeom prst="rect">
            <a:avLst/>
          </a:prstGeom>
          <a:solidFill>
            <a:srgbClr val="12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0972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69164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9659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432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461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204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0233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9768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for merchandise &amp; gift cards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SSO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Program-Based Competition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Friendly feedback when limits reached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Points awarded only upon admin approval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Filter by program, award type, date, status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Programs synced from Paycom automatically</a:t>
            </a:r>
          </a:p>
        </p:txBody>
      </p:sp>
      <p:pic>
        <p:nvPicPr>
          <p:cNvPr id="8" name="Picture 7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 Allocation &amp; Engagement Tracking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47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470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24028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5856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2585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51760"/>
            <a:ext cx="6400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67004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6700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08152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0815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474720"/>
            <a:ext cx="64008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49300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4930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Automated (Paycom sync)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886200"/>
            <a:ext cx="64008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044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90448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Audit &amp; Transparency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18288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Immutable transaction log for every point change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Timestamp, actor, action, amount, reason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Filterable by employee, program, date, type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Export to CSV for external review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Anomaly highlighting for oversight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Top-down bestowal with instant notifications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Order history for employees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74903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Admin Fulfillment Tools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206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Inventory management (add/edit items, stock levels)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Low-stock alerts, out-of-stock auto-hiding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Order queue: Pending → Processing → Fulfilled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Digital gift card: API-based instant delivery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Gift card fees: 3-5% vendor markup (pass-through)</a:t>
            </a:r>
          </a:p>
        </p:txBody>
      </p:sp>
      <p:pic>
        <p:nvPicPr>
          <p:cNvPr id="8" name="Picture 7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Single Sign-On (SSO)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Initial: Google Workspace SSO (current provider)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Both providers can run in parallel during transition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Fallback: email/password for part-time staff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Employee clicks 'Sign In' → Google login →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Bottom nav: Home, Nominate, Store, Points, Profile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Touch-optimized: swipe, pull-to-refresh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portal (3 award types)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(approve/return/decline)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Google Workspace SSO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Manual point bestowal + audit trail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Leadership analytics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Automated birthday/anniversary awards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attendance &amp; trivia tracking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Physical &amp; digital fulfillment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Complete platform go-live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Paycom, SSO, Infrastructure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Tracking,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Gift Cards, Fulfillment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B: IoTeye-Hosted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No upfront cost — IoTeye retains platform ownership &amp; offers managed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114800" cy="22860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Monthly subscription: $2,500/month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Annual total: $30,000/year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Minimum commitment: 3-year term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What's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All 3 phases (same 36-week timeline)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Hosting, maintenance, security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Ongoing support &amp; platform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per-user fees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All add-ons: $0 (AI LLM usage 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160520"/>
            <a:ext cx="45720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AI Agents, Reports, Training — all at 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A vs. Option B — Cost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4846320"/>
            <a:ext cx="22860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8646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9319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A (Own 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B (SaaS)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521208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52212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53212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55412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$21,200/year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$30,000/year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0" y="585216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58613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0" y="617220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0" y="649224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37360" y="65013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Yes — you own 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— IoTeye retains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FFFFFF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Production platforms: SpringBoard, BrainBook, Guardian, BrainClaw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Same tech stack (React, Supabase, Python, AWS) — proven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Mobile-first, accessible design as a core competency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All add-ons FREE — pay only AI LLM usage (pass-through)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• Flexible pricing: own the code or pay-as-you-go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FFFFFF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Configure Google Workspace SSO</a:t>
            </a:r>
          </a:p>
          <a:p>
            <a:pPr>
              <a:spcAft>
                <a:spcPts val="12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