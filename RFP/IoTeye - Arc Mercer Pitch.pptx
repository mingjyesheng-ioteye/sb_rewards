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For part-time or seasonal staff with email but not on 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Accessibility, Dark Mode &amp; Mobile-First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  <a:latin typeface="Calibri"/>
              </a:defRPr>
            </a:pPr>
            <a:r>
              <a:t>Design philosophy: "Could someone who only uses their phone for calls and texts do this?"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Universal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Large touch targets: 48×48px minimum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WCAG AAA contrast (7:1 ratio)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Icon-driven navigation — not text-dependent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6th grade reading level for all text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Progressive disclosure — one action per screen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Keyboard navigable, screen reader compatible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Mobile-First 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Progressive Web App (PWA) — no app store needed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Works on any smartphone, 320px+ screens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Low-bandwidth friendly, lazy-loaded images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Dark mode / light mode toggle for night shifts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System preference detection, persisted per user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Accessibility audit before each phase launch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legal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4114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IoTeye covers 36 of 37 features — 10 added after competitive analysis, all within the original $110K budget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Ranked-choice committee voting — matching your current process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Full engagement suite: TAC RSVP, culture groups, volunteering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Café cashier screen + in-person store QR redemption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Dark mode for night-shift staff at group homes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WCAG AAA accessibility — 7:1 contrast, screen reader tested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 or B)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