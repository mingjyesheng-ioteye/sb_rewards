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&amp; authentication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For part-time or seasonal staff with email but not on SSO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Guardian authentication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Custom development available upon request  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$2,500/month ($30,000/year)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$30,000/year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Custom development available upon request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$145,000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$205,000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3456432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669280"/>
            <a:ext cx="12191695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760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★  36 of 37 features — Magic Link excluded (Badge ID + PIN better serves frontline staff)  |  10 features added, all within $110K budget  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IoTeye customer (SpringBoard &amp; Guardian)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in production at Arc Mercer (37+57 tools)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In-house Paycom &amp; Guardian integration experience at Arc Mercer, not a cold start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Three flexible pricing options: full ownership, SaaS, or shared (50/50)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AI-assisted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(A, B, or C)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