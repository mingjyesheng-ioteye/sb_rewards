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15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&amp; authentication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&amp; authentication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dirty="0"/>
              <a:t>AI Agents — 94+ tools, </a:t>
            </a:r>
            <a:r>
              <a:rPr lang="en-US" dirty="0"/>
              <a:t>Microsoft GitHub Copilot</a:t>
            </a:r>
            <a:r>
              <a:rPr dirty="0"/>
              <a:t>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rPr dirty="0"/>
              <a:t>Powered by </a:t>
            </a:r>
            <a:r>
              <a:rPr dirty="0" err="1"/>
              <a:t>BrainClaw</a:t>
            </a:r>
            <a:r>
              <a:rPr dirty="0"/>
              <a:t> + </a:t>
            </a:r>
            <a:r>
              <a:rPr lang="en-US" dirty="0"/>
              <a:t>Microsoft </a:t>
            </a:r>
            <a:r>
              <a:rPr dirty="0"/>
              <a:t>GitHub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SpringBoard</a:t>
            </a:r>
            <a:r>
              <a:rPr dirty="0"/>
              <a:t>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rPr dirty="0"/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rPr dirty="0"/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rPr dirty="0"/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rPr dirty="0"/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rPr dirty="0"/>
              <a:t>Security: AES-256 at rest  |  TLS 1.3 in transit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dirty="0"/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rPr dirty="0"/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For part-time or seasonal staff with email but not on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Guardian authentication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$3,000/month ($36,000/year)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$36,000/year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Custom development available upon request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$36,000/yr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$36,000/yr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$108,000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$163,000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$180,000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$235,000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3456432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669280"/>
            <a:ext cx="12191695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572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2887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rPr dirty="0"/>
              <a:t>• 5+ years in special care software — we know your workforce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rPr dirty="0"/>
              <a:t>• Arc Mercer is an existing </a:t>
            </a:r>
            <a:r>
              <a:rPr dirty="0" err="1"/>
              <a:t>IoTeye</a:t>
            </a:r>
            <a:r>
              <a:rPr dirty="0"/>
              <a:t> customer (</a:t>
            </a:r>
            <a:r>
              <a:rPr dirty="0" err="1"/>
              <a:t>SpringBoard</a:t>
            </a:r>
            <a:r>
              <a:rPr dirty="0"/>
              <a:t> &amp; Guardian)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BrainClaw</a:t>
            </a:r>
            <a:r>
              <a:rPr dirty="0"/>
              <a:t> AI agents already in </a:t>
            </a:r>
            <a:r>
              <a:rPr lang="en-US" dirty="0"/>
              <a:t>trials</a:t>
            </a:r>
            <a:r>
              <a:rPr dirty="0"/>
              <a:t> at Arc Mercer (37+57 tools)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rPr dirty="0"/>
              <a:t>• In-house Paycom &amp; Guardian integration experience at Arc Mercer, not a cold start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rPr dirty="0"/>
              <a:t>• Three flexible pricing options: full ownership, SaaS, or </a:t>
            </a:r>
            <a:r>
              <a:rPr lang="en-US" dirty="0"/>
              <a:t>Shared Partner</a:t>
            </a:r>
            <a:r>
              <a:rPr dirty="0"/>
              <a:t> (50/50)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rPr dirty="0"/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2278</Words>
  <Application>Microsoft Office PowerPoint</Application>
  <PresentationFormat>Widescreen</PresentationFormat>
  <Paragraphs>326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Ming-Jye Sheng</cp:lastModifiedBy>
  <cp:revision>5</cp:revision>
  <dcterms:created xsi:type="dcterms:W3CDTF">2013-01-27T09:14:16Z</dcterms:created>
  <dcterms:modified xsi:type="dcterms:W3CDTF">2026-04-17T15:41:10Z</dcterms:modified>
  <cp:category/>
</cp:coreProperties>
</file>